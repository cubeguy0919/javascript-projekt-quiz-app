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8DC1"/>
    <a:srgbClr val="178DBB"/>
    <a:srgbClr val="1E293B"/>
    <a:srgbClr val="1E1E29"/>
    <a:srgbClr val="9FD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791190" y="4231650"/>
            <a:ext cx="9945181" cy="2262781"/>
          </a:xfrm>
        </p:spPr>
        <p:txBody>
          <a:bodyPr>
            <a:normAutofit fontScale="90000"/>
          </a:bodyPr>
          <a:lstStyle/>
          <a:p>
            <a:r>
              <a:rPr lang="hu-HU" sz="6000" b="1" dirty="0"/>
              <a:t>Amőba </a:t>
            </a:r>
            <a:r>
              <a:rPr lang="hu-HU" sz="6000" b="1" dirty="0" smtClean="0"/>
              <a:t>Game v1.0</a:t>
            </a:r>
            <a:br>
              <a:rPr lang="hu-HU" sz="6000" b="1" dirty="0" smtClean="0"/>
            </a:br>
            <a:r>
              <a:rPr lang="hu-HU" sz="4000" dirty="0" smtClean="0"/>
              <a:t>Felhasználói </a:t>
            </a:r>
            <a:r>
              <a:rPr lang="hu-HU" sz="4000" dirty="0"/>
              <a:t>Útmutató és Kód Struktúra</a:t>
            </a:r>
            <a:r>
              <a:rPr lang="hu-HU" sz="6000" b="1" dirty="0"/>
              <a:t/>
            </a:r>
            <a:br>
              <a:rPr lang="hu-HU" sz="6000" b="1" dirty="0"/>
            </a:br>
            <a:endParaRPr lang="hu-HU" sz="6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960872" y="5697609"/>
            <a:ext cx="8915399" cy="1126283"/>
          </a:xfrm>
        </p:spPr>
        <p:txBody>
          <a:bodyPr>
            <a:normAutofit/>
          </a:bodyPr>
          <a:lstStyle/>
          <a:p>
            <a:r>
              <a:rPr lang="hu-HU" sz="2800" dirty="0" smtClean="0"/>
              <a:t>Készítette: </a:t>
            </a:r>
            <a:r>
              <a:rPr lang="hu-HU" sz="2800" dirty="0" err="1" smtClean="0"/>
              <a:t>Párványik</a:t>
            </a:r>
            <a:r>
              <a:rPr lang="hu-HU" sz="2800" dirty="0" smtClean="0"/>
              <a:t> Dániel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853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2000">
              <a:schemeClr val="accent3">
                <a:lumMod val="20000"/>
                <a:lumOff val="80000"/>
              </a:schemeClr>
            </a:gs>
            <a:gs pos="20000">
              <a:schemeClr val="bg2">
                <a:tint val="90000"/>
                <a:lumMod val="120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67631" y="538155"/>
            <a:ext cx="8911687" cy="1280890"/>
          </a:xfrm>
        </p:spPr>
        <p:txBody>
          <a:bodyPr>
            <a:noAutofit/>
          </a:bodyPr>
          <a:lstStyle/>
          <a:p>
            <a:r>
              <a:rPr lang="hu-HU" sz="4800" cap="all" dirty="0" smtClean="0"/>
              <a:t>Projekt Áttekintés</a:t>
            </a:r>
            <a:r>
              <a:rPr lang="hu-HU" sz="4800" cap="all" dirty="0"/>
              <a:t/>
            </a:r>
            <a:br>
              <a:rPr lang="hu-HU" sz="4800" cap="all" dirty="0"/>
            </a:br>
            <a:endParaRPr lang="hu-HU" sz="480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567631" y="1498530"/>
            <a:ext cx="5913766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b="1" dirty="0" smtClean="0">
                <a:solidFill>
                  <a:schemeClr val="accent3">
                    <a:lumMod val="75000"/>
                  </a:schemeClr>
                </a:solidFill>
              </a:rPr>
              <a:t>Célkitűzések</a:t>
            </a:r>
            <a:endParaRPr lang="hu-HU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hu-HU" dirty="0"/>
              <a:t>A </a:t>
            </a:r>
            <a:r>
              <a:rPr lang="hu-HU" b="1" dirty="0"/>
              <a:t>projekt</a:t>
            </a:r>
            <a:r>
              <a:rPr lang="hu-HU" dirty="0"/>
              <a:t> célja egy skálázható, **felhasználóbarát** konzolos Amőba játék létrehozása volt C# nyelven. Kiemelt figyelmet kaptak a következők:</a:t>
            </a:r>
          </a:p>
          <a:p>
            <a:pPr lvl="1"/>
            <a:r>
              <a:rPr lang="hu-HU" sz="2000" dirty="0" smtClean="0"/>
              <a:t>Dinamikus </a:t>
            </a:r>
            <a:r>
              <a:rPr lang="hu-HU" sz="2000" dirty="0"/>
              <a:t>táblaméret (N x N)</a:t>
            </a:r>
          </a:p>
          <a:p>
            <a:pPr lvl="1"/>
            <a:r>
              <a:rPr lang="hu-HU" sz="2000" dirty="0"/>
              <a:t> Komplex mentési/betöltési </a:t>
            </a:r>
            <a:r>
              <a:rPr lang="hu-HU" sz="2000" dirty="0" smtClean="0"/>
              <a:t>rendszer</a:t>
            </a:r>
          </a:p>
          <a:p>
            <a:pPr lvl="1"/>
            <a:r>
              <a:rPr lang="hu-HU" sz="2000" dirty="0" err="1" smtClean="0"/>
              <a:t>Perzisztens</a:t>
            </a:r>
            <a:r>
              <a:rPr lang="hu-HU" sz="2000" dirty="0" smtClean="0"/>
              <a:t> </a:t>
            </a:r>
            <a:r>
              <a:rPr lang="hu-HU" sz="2000" dirty="0"/>
              <a:t>globális statisztikák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8223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2000">
              <a:schemeClr val="accent3">
                <a:lumMod val="20000"/>
                <a:lumOff val="80000"/>
              </a:schemeClr>
            </a:gs>
            <a:gs pos="20000">
              <a:schemeClr val="bg2">
                <a:tint val="90000"/>
                <a:lumMod val="120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81666" y="650860"/>
            <a:ext cx="8911687" cy="1280890"/>
          </a:xfrm>
        </p:spPr>
        <p:txBody>
          <a:bodyPr>
            <a:noAutofit/>
          </a:bodyPr>
          <a:lstStyle/>
          <a:p>
            <a:r>
              <a:rPr lang="hu-HU" b="1" dirty="0"/>
              <a:t>Objektumorientált </a:t>
            </a:r>
            <a:r>
              <a:rPr lang="hu-HU" b="1" dirty="0" smtClean="0"/>
              <a:t>Architektúra</a:t>
            </a:r>
            <a:r>
              <a:rPr lang="hu-HU" sz="4800" cap="all" dirty="0"/>
              <a:t/>
            </a:r>
            <a:br>
              <a:rPr lang="hu-HU" sz="4800" cap="all" dirty="0"/>
            </a:br>
            <a:endParaRPr lang="hu-HU" sz="480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567631" y="1498530"/>
            <a:ext cx="5913766" cy="3777622"/>
          </a:xfrm>
        </p:spPr>
        <p:txBody>
          <a:bodyPr>
            <a:normAutofit/>
          </a:bodyPr>
          <a:lstStyle/>
          <a:p>
            <a:r>
              <a:rPr lang="hu-HU" b="1" dirty="0" err="1"/>
              <a:t>Board</a:t>
            </a:r>
            <a:r>
              <a:rPr lang="hu-HU" b="1" dirty="0"/>
              <a:t> </a:t>
            </a:r>
            <a:r>
              <a:rPr lang="hu-HU" b="1" dirty="0" err="1" smtClean="0"/>
              <a:t>Class</a:t>
            </a:r>
            <a:r>
              <a:rPr lang="hu-HU" b="1" dirty="0" smtClean="0"/>
              <a:t>:</a:t>
            </a:r>
            <a:r>
              <a:rPr lang="hu-HU" dirty="0"/>
              <a:t> A 2D mátrix kezelése, a tábla vizuális kirajzolása és </a:t>
            </a:r>
            <a:r>
              <a:rPr lang="hu-HU" dirty="0" err="1"/>
              <a:t>validált</a:t>
            </a:r>
            <a:r>
              <a:rPr lang="hu-HU" dirty="0"/>
              <a:t> jelrakás.</a:t>
            </a:r>
          </a:p>
          <a:p>
            <a:r>
              <a:rPr lang="hu-HU" b="1" dirty="0" err="1"/>
              <a:t>GameEngine</a:t>
            </a:r>
            <a:r>
              <a:rPr lang="hu-HU" b="1" dirty="0"/>
              <a:t> </a:t>
            </a:r>
            <a:r>
              <a:rPr lang="hu-HU" b="1" dirty="0" err="1" smtClean="0"/>
              <a:t>Class</a:t>
            </a:r>
            <a:r>
              <a:rPr lang="hu-HU" b="1" dirty="0" smtClean="0"/>
              <a:t>:</a:t>
            </a:r>
            <a:r>
              <a:rPr lang="hu-HU" dirty="0"/>
              <a:t> A játék logikai központja: győzelem ellenőrzés, mentés és betöltés menedzselése.</a:t>
            </a:r>
          </a:p>
          <a:p>
            <a:r>
              <a:rPr lang="hu-HU" b="1" dirty="0"/>
              <a:t>Program UI:</a:t>
            </a:r>
            <a:r>
              <a:rPr lang="hu-HU" dirty="0"/>
              <a:t> A kétlépcsős menürendszer és a felhasználói interakciók vezérlése.</a:t>
            </a:r>
          </a:p>
          <a:p>
            <a:endParaRPr lang="hu-HU" dirty="0"/>
          </a:p>
        </p:txBody>
      </p:sp>
      <p:cxnSp>
        <p:nvCxnSpPr>
          <p:cNvPr id="5" name="Egyenes összekötő 4"/>
          <p:cNvCxnSpPr/>
          <p:nvPr/>
        </p:nvCxnSpPr>
        <p:spPr>
          <a:xfrm>
            <a:off x="1706251" y="726691"/>
            <a:ext cx="0" cy="489367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17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107434" y="2834168"/>
            <a:ext cx="11450440" cy="2262781"/>
          </a:xfrm>
        </p:spPr>
        <p:txBody>
          <a:bodyPr>
            <a:normAutofit/>
          </a:bodyPr>
          <a:lstStyle/>
          <a:p>
            <a:r>
              <a:rPr lang="hu-HU" sz="7200" b="1" dirty="0">
                <a:solidFill>
                  <a:srgbClr val="198DC1"/>
                </a:solidFill>
              </a:rPr>
              <a:t>Felhasználói Útmutató</a:t>
            </a:r>
            <a:r>
              <a:rPr lang="hu-HU" b="1" dirty="0"/>
              <a:t/>
            </a:r>
            <a:br>
              <a:rPr lang="hu-HU" b="1" dirty="0"/>
            </a:b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74299" y="4533807"/>
            <a:ext cx="8915399" cy="1126283"/>
          </a:xfrm>
        </p:spPr>
        <p:txBody>
          <a:bodyPr>
            <a:normAutofit fontScale="92500" lnSpcReduction="10000"/>
          </a:bodyPr>
          <a:lstStyle/>
          <a:p>
            <a:r>
              <a:rPr lang="hu-HU" sz="3200" dirty="0">
                <a:solidFill>
                  <a:schemeClr val="bg1"/>
                </a:solidFill>
              </a:rPr>
              <a:t>Hogyan irányítsuk és használjuk a programot?</a:t>
            </a:r>
          </a:p>
          <a:p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cxnSp>
        <p:nvCxnSpPr>
          <p:cNvPr id="8" name="Egyenes összekötő 7"/>
          <p:cNvCxnSpPr>
            <a:stCxn id="2" idx="0"/>
          </p:cNvCxnSpPr>
          <p:nvPr/>
        </p:nvCxnSpPr>
        <p:spPr>
          <a:xfrm flipH="1">
            <a:off x="5306279" y="2834168"/>
            <a:ext cx="1526375" cy="2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25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/>
        </p:nvPicPr>
        <p:blipFill rotWithShape="1">
          <a:blip r:embed="rId2"/>
          <a:srcRect l="3927" t="8781" r="4863" b="8486"/>
          <a:stretch/>
        </p:blipFill>
        <p:spPr>
          <a:xfrm>
            <a:off x="6090051" y="1981355"/>
            <a:ext cx="5511338" cy="4199312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17231" y="473826"/>
            <a:ext cx="11450440" cy="2262781"/>
          </a:xfrm>
        </p:spPr>
        <p:txBody>
          <a:bodyPr>
            <a:normAutofit fontScale="90000"/>
          </a:bodyPr>
          <a:lstStyle/>
          <a:p>
            <a:r>
              <a:rPr lang="hu-HU" sz="6700" b="1" dirty="0"/>
              <a:t>Játék Indítása és Navigáció</a:t>
            </a:r>
            <a:r>
              <a:rPr lang="hu-HU" b="1" dirty="0"/>
              <a:t/>
            </a:r>
            <a:br>
              <a:rPr lang="hu-HU" b="1" dirty="0"/>
            </a:br>
            <a:r>
              <a:rPr lang="hu-HU" b="1" dirty="0"/>
              <a:t/>
            </a:r>
            <a:br>
              <a:rPr lang="hu-HU" b="1" dirty="0"/>
            </a:br>
            <a:endParaRPr lang="hu-HU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Kép 11"/>
          <p:cNvPicPr>
            <a:picLocks noChangeAspect="1"/>
          </p:cNvPicPr>
          <p:nvPr/>
        </p:nvPicPr>
        <p:blipFill rotWithShape="1">
          <a:blip r:embed="rId2"/>
          <a:srcRect l="39178" t="13522" r="9233" b="62371"/>
          <a:stretch/>
        </p:blipFill>
        <p:spPr>
          <a:xfrm>
            <a:off x="6341535" y="4140200"/>
            <a:ext cx="3200400" cy="1066800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 rotWithShape="1">
          <a:blip r:embed="rId2"/>
          <a:srcRect l="39178" t="13522" r="9233" b="62371"/>
          <a:stretch/>
        </p:blipFill>
        <p:spPr>
          <a:xfrm>
            <a:off x="6341535" y="3606800"/>
            <a:ext cx="3200400" cy="1066800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 rotWithShape="1">
          <a:blip r:embed="rId2"/>
          <a:srcRect l="39178" t="13522" r="9233" b="62371"/>
          <a:stretch/>
        </p:blipFill>
        <p:spPr>
          <a:xfrm>
            <a:off x="7941735" y="4244136"/>
            <a:ext cx="3200400" cy="1066800"/>
          </a:xfrm>
          <a:prstGeom prst="rect">
            <a:avLst/>
          </a:prstGeom>
        </p:spPr>
      </p:pic>
      <p:pic>
        <p:nvPicPr>
          <p:cNvPr id="15" name="Kép 14"/>
          <p:cNvPicPr>
            <a:picLocks noChangeAspect="1"/>
          </p:cNvPicPr>
          <p:nvPr/>
        </p:nvPicPr>
        <p:blipFill rotWithShape="1">
          <a:blip r:embed="rId2"/>
          <a:srcRect l="39178" t="13522" r="9233" b="62371"/>
          <a:stretch/>
        </p:blipFill>
        <p:spPr>
          <a:xfrm>
            <a:off x="7723045" y="3658768"/>
            <a:ext cx="3200400" cy="1066800"/>
          </a:xfrm>
          <a:prstGeom prst="rect">
            <a:avLst/>
          </a:prstGeom>
        </p:spPr>
      </p:pic>
      <p:pic>
        <p:nvPicPr>
          <p:cNvPr id="16" name="Kép 15"/>
          <p:cNvPicPr>
            <a:picLocks noChangeAspect="1"/>
          </p:cNvPicPr>
          <p:nvPr/>
        </p:nvPicPr>
        <p:blipFill rotWithShape="1">
          <a:blip r:embed="rId2"/>
          <a:srcRect l="39178" t="13522" r="9233" b="62371"/>
          <a:stretch/>
        </p:blipFill>
        <p:spPr>
          <a:xfrm>
            <a:off x="6290848" y="3177336"/>
            <a:ext cx="3200400" cy="1066800"/>
          </a:xfrm>
          <a:prstGeom prst="rect">
            <a:avLst/>
          </a:prstGeom>
        </p:spPr>
      </p:pic>
      <p:pic>
        <p:nvPicPr>
          <p:cNvPr id="17" name="Kép 16"/>
          <p:cNvPicPr>
            <a:picLocks noChangeAspect="1"/>
          </p:cNvPicPr>
          <p:nvPr/>
        </p:nvPicPr>
        <p:blipFill rotWithShape="1">
          <a:blip r:embed="rId2"/>
          <a:srcRect l="7941" t="18137" r="79868" b="69617"/>
          <a:stretch/>
        </p:blipFill>
        <p:spPr>
          <a:xfrm>
            <a:off x="6214648" y="2222701"/>
            <a:ext cx="1108906" cy="794698"/>
          </a:xfrm>
          <a:prstGeom prst="rect">
            <a:avLst/>
          </a:prstGeom>
        </p:spPr>
      </p:pic>
      <p:sp>
        <p:nvSpPr>
          <p:cNvPr id="18" name="Felfelé nyíl 17"/>
          <p:cNvSpPr/>
          <p:nvPr/>
        </p:nvSpPr>
        <p:spPr>
          <a:xfrm>
            <a:off x="8244482" y="3448347"/>
            <a:ext cx="393861" cy="357936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Felfelé nyíl 18"/>
          <p:cNvSpPr/>
          <p:nvPr/>
        </p:nvSpPr>
        <p:spPr>
          <a:xfrm rot="10800000">
            <a:off x="8827572" y="3448347"/>
            <a:ext cx="393861" cy="357936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1" name="Kép 20"/>
          <p:cNvPicPr>
            <a:picLocks noChangeAspect="1"/>
          </p:cNvPicPr>
          <p:nvPr/>
        </p:nvPicPr>
        <p:blipFill rotWithShape="1">
          <a:blip r:embed="rId2"/>
          <a:srcRect l="32152" t="12784" r="20696" b="64033"/>
          <a:stretch/>
        </p:blipFill>
        <p:spPr>
          <a:xfrm>
            <a:off x="6276143" y="4727698"/>
            <a:ext cx="2849148" cy="1176712"/>
          </a:xfrm>
          <a:prstGeom prst="rect">
            <a:avLst/>
          </a:prstGeom>
        </p:spPr>
      </p:pic>
      <p:sp>
        <p:nvSpPr>
          <p:cNvPr id="10" name="Alcím 2"/>
          <p:cNvSpPr>
            <a:spLocks noGrp="1"/>
          </p:cNvSpPr>
          <p:nvPr>
            <p:ph type="subTitle" idx="1"/>
          </p:nvPr>
        </p:nvSpPr>
        <p:spPr>
          <a:xfrm>
            <a:off x="6276143" y="2824057"/>
            <a:ext cx="5325246" cy="3111076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1200"/>
              </a:spcAft>
            </a:pPr>
            <a:r>
              <a:rPr lang="hu-HU" sz="12800" b="1" dirty="0">
                <a:solidFill>
                  <a:schemeClr val="bg1"/>
                </a:solidFill>
              </a:rPr>
              <a:t>Vezérlés</a:t>
            </a:r>
            <a:endParaRPr lang="hu-HU" b="1" dirty="0">
              <a:solidFill>
                <a:schemeClr val="bg1"/>
              </a:solidFill>
            </a:endParaRPr>
          </a:p>
          <a:p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menüben </a:t>
            </a:r>
            <a:r>
              <a:rPr lang="hu-HU" sz="9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    </a:t>
            </a:r>
            <a:r>
              <a:rPr lang="hu-HU" sz="12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hu-HU" sz="9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nyilakkal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navigálhatunk. </a:t>
            </a:r>
            <a:endParaRPr lang="hu-HU" sz="96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9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kiválasztott </a:t>
            </a:r>
            <a:r>
              <a:rPr lang="hu-HU" sz="9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opciót az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hu-HU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gombbal indíthatjuk el.</a:t>
            </a:r>
          </a:p>
          <a:p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főmenüben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választhatunk </a:t>
            </a:r>
            <a:r>
              <a:rPr lang="hu-HU" sz="9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 játék </a:t>
            </a:r>
            <a:r>
              <a:rPr lang="hu-HU" sz="9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indítása 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vagy </a:t>
            </a:r>
            <a:r>
              <a:rPr lang="hu-HU" sz="9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 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korábbi </a:t>
            </a:r>
            <a:r>
              <a:rPr lang="hu-HU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mentés betöltése</a:t>
            </a:r>
            <a:r>
              <a:rPr lang="hu-HU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között.</a:t>
            </a:r>
          </a:p>
          <a:p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pic>
        <p:nvPicPr>
          <p:cNvPr id="22" name="Kép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11" y="1900466"/>
            <a:ext cx="711450" cy="4479467"/>
          </a:xfrm>
          <a:prstGeom prst="rect">
            <a:avLst/>
          </a:prstGeom>
        </p:spPr>
      </p:pic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952817" y="1900466"/>
            <a:ext cx="5137234" cy="15696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sng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Koordináták</a:t>
            </a:r>
            <a:r>
              <a:rPr kumimoji="0" lang="hu-HU" altLang="hu-HU" sz="2000" b="1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lépés megadásához a sor és oszlop számát kell beírni </a:t>
            </a:r>
            <a:r>
              <a:rPr kumimoji="0" lang="hu-HU" altLang="hu-HU" sz="2000" b="0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szóközölve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(</a:t>
            </a:r>
            <a:r>
              <a:rPr kumimoji="0" lang="hu-HU" altLang="hu-HU" sz="2000" b="0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hu-HU" altLang="hu-HU" sz="1200" b="0" i="0" u="none" strike="noStrike" cap="none" normalizeH="0" baseline="0" dirty="0" smtClean="0">
                <a:ln>
                  <a:noFill/>
                </a:ln>
                <a:solidFill>
                  <a:srgbClr val="38BDF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3 4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églalap 23"/>
          <p:cNvSpPr/>
          <p:nvPr/>
        </p:nvSpPr>
        <p:spPr>
          <a:xfrm>
            <a:off x="952817" y="3731413"/>
            <a:ext cx="4948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b="1" u="sng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</a:t>
            </a:r>
            <a:r>
              <a:rPr lang="hu-HU" altLang="hu-HU" sz="20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alt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azonos jel elhelyezése vízszintesen, függőlegesen vagy átlósan.</a:t>
            </a:r>
            <a:endParaRPr lang="hu-HU" altLang="hu-HU" sz="1000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églalap 24"/>
          <p:cNvSpPr/>
          <p:nvPr/>
        </p:nvSpPr>
        <p:spPr>
          <a:xfrm>
            <a:off x="952817" y="5368260"/>
            <a:ext cx="52253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b="1" u="sng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Validáció</a:t>
            </a:r>
            <a:r>
              <a:rPr lang="hu-HU" altLang="hu-HU" sz="20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alt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Csak üres helyre (</a:t>
            </a:r>
            <a:r>
              <a:rPr lang="hu-HU" altLang="hu-HU" sz="2000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hu-HU" alt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lehet jelet tenni a tábla határain belül.</a:t>
            </a:r>
          </a:p>
        </p:txBody>
      </p:sp>
    </p:spTree>
    <p:extLst>
      <p:ext uri="{BB962C8B-B14F-4D97-AF65-F5344CB8AC3E}">
        <p14:creationId xmlns:p14="http://schemas.microsoft.com/office/powerpoint/2010/main" val="19832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09079" y="1147073"/>
            <a:ext cx="11450440" cy="2262781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A Játék Menete (In-Game)</a:t>
            </a:r>
            <a:br>
              <a:rPr lang="hu-HU" b="1" dirty="0"/>
            </a:br>
            <a:r>
              <a:rPr lang="hu-HU" b="1" dirty="0" smtClean="0"/>
              <a:t/>
            </a:r>
            <a:br>
              <a:rPr lang="hu-HU" b="1" dirty="0" smtClean="0"/>
            </a:br>
            <a:r>
              <a:rPr lang="hu-HU" b="1" dirty="0" smtClean="0"/>
              <a:t/>
            </a:r>
            <a:br>
              <a:rPr lang="hu-HU" b="1" dirty="0" smtClean="0"/>
            </a:br>
            <a:endParaRPr lang="hu-HU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299" y="1879203"/>
            <a:ext cx="5453150" cy="423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6154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</TotalTime>
  <Words>77</Words>
  <Application>Microsoft Office PowerPoint</Application>
  <PresentationFormat>Szélesvásznú</PresentationFormat>
  <Paragraphs>26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Szálak</vt:lpstr>
      <vt:lpstr>Amőba Game v1.0 Felhasználói Útmutató és Kód Struktúra </vt:lpstr>
      <vt:lpstr>Projekt Áttekintés </vt:lpstr>
      <vt:lpstr>Objektumorientált Architektúra </vt:lpstr>
      <vt:lpstr>Felhasználói Útmutató </vt:lpstr>
      <vt:lpstr>Játék Indítása és Navigáció  </vt:lpstr>
      <vt:lpstr>A Játék Menete (In-Game)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Amőba Game v1.0 </dc:title>
  <dc:creator>Dani</dc:creator>
  <cp:lastModifiedBy>Dani</cp:lastModifiedBy>
  <cp:revision>44</cp:revision>
  <dcterms:created xsi:type="dcterms:W3CDTF">2026-05-11T20:57:10Z</dcterms:created>
  <dcterms:modified xsi:type="dcterms:W3CDTF">2026-05-11T21:59:45Z</dcterms:modified>
</cp:coreProperties>
</file>